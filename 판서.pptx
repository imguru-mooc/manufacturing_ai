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7441" r:id="rId1"/>
    <p:sldMasterId id="2147487443" r:id="rId2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0440988" cy="6858000"/>
  <p:notesSz cx="6797675" cy="9926638"/>
  <p:embeddedFontLst>
    <p:embeddedFont>
      <p:font typeface="Cambria Math" panose="02040503050406030204" pitchFamily="18" charset="0"/>
      <p:regular r:id="rId10"/>
    </p:embeddedFont>
    <p:embeddedFont>
      <p:font typeface="Candara" panose="020E0502030303020204" pitchFamily="34" charset="0"/>
      <p:regular r:id="rId11"/>
      <p:bold r:id="rId12"/>
      <p:italic r:id="rId13"/>
      <p:boldItalic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icrosoft Sans Serif" panose="020B0604020202020204" pitchFamily="34" charset="0"/>
      <p:regular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bg1"/>
        </a:solidFill>
        <a:latin typeface="Candar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bg1"/>
        </a:solidFill>
        <a:latin typeface="Candar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bg1"/>
        </a:solidFill>
        <a:latin typeface="Candar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bg1"/>
        </a:solidFill>
        <a:latin typeface="Candar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bg1"/>
        </a:solidFill>
        <a:latin typeface="Candar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bg1"/>
        </a:solidFill>
        <a:latin typeface="Candar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bg1"/>
        </a:solidFill>
        <a:latin typeface="Candar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bg1"/>
        </a:solidFill>
        <a:latin typeface="Candar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bg1"/>
        </a:solidFill>
        <a:latin typeface="Candar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03">
          <p15:clr>
            <a:srgbClr val="A4A3A4"/>
          </p15:clr>
        </p15:guide>
        <p15:guide id="2" orient="horz" pos="587">
          <p15:clr>
            <a:srgbClr val="A4A3A4"/>
          </p15:clr>
        </p15:guide>
        <p15:guide id="3" pos="3287">
          <p15:clr>
            <a:srgbClr val="A4A3A4"/>
          </p15:clr>
        </p15:guide>
        <p15:guide id="4" pos="505">
          <p15:clr>
            <a:srgbClr val="A4A3A4"/>
          </p15:clr>
        </p15:guide>
        <p15:guide id="5" pos="61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6070">
          <p15:clr>
            <a:srgbClr val="A4A3A4"/>
          </p15:clr>
        </p15:guide>
        <p15:guide id="2" orient="horz" pos="3081">
          <p15:clr>
            <a:srgbClr val="A4A3A4"/>
          </p15:clr>
        </p15:guide>
        <p15:guide id="3" orient="horz" pos="6252">
          <p15:clr>
            <a:srgbClr val="A4A3A4"/>
          </p15:clr>
        </p15:guide>
        <p15:guide id="4" orient="horz" pos="409">
          <p15:clr>
            <a:srgbClr val="A4A3A4"/>
          </p15:clr>
        </p15:guide>
        <p15:guide id="5" pos="4146">
          <p15:clr>
            <a:srgbClr val="A4A3A4"/>
          </p15:clr>
        </p15:guide>
        <p15:guide id="6" pos="13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jungin" initials="kj" lastIdx="1" clrIdx="0">
    <p:extLst>
      <p:ext uri="{19B8F6BF-5375-455C-9EA6-DF929625EA0E}">
        <p15:presenceInfo xmlns:p15="http://schemas.microsoft.com/office/powerpoint/2012/main" userId="c39f039de718891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FEF0F3"/>
    <a:srgbClr val="FFFFCC"/>
    <a:srgbClr val="CCFFCC"/>
    <a:srgbClr val="E2E2F6"/>
    <a:srgbClr val="FF6600"/>
    <a:srgbClr val="FCD0D8"/>
    <a:srgbClr val="00CC66"/>
    <a:srgbClr val="66CC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80" autoAdjust="0"/>
    <p:restoredTop sz="97384" autoAdjust="0"/>
  </p:normalViewPr>
  <p:slideViewPr>
    <p:cSldViewPr snapToGrid="0">
      <p:cViewPr varScale="1">
        <p:scale>
          <a:sx n="159" d="100"/>
          <a:sy n="159" d="100"/>
        </p:scale>
        <p:origin x="2190" y="138"/>
      </p:cViewPr>
      <p:guideLst>
        <p:guide orient="horz" pos="4203"/>
        <p:guide orient="horz" pos="587"/>
        <p:guide pos="3287"/>
        <p:guide pos="505"/>
        <p:guide pos="611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34"/>
    </p:cViewPr>
  </p:sorterViewPr>
  <p:notesViewPr>
    <p:cSldViewPr snapToGrid="0">
      <p:cViewPr>
        <p:scale>
          <a:sx n="70" d="100"/>
          <a:sy n="70" d="100"/>
        </p:scale>
        <p:origin x="-3498" y="-366"/>
      </p:cViewPr>
      <p:guideLst>
        <p:guide orient="horz" pos="6070"/>
        <p:guide orient="horz" pos="3081"/>
        <p:guide orient="horz" pos="6252"/>
        <p:guide orient="horz" pos="409"/>
        <p:guide pos="4146"/>
        <p:guide pos="138"/>
      </p:guideLst>
    </p:cSldViewPr>
  </p:notesViewPr>
  <p:gridSpacing cx="1800225" cy="18002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27" tIns="47414" rIns="94827" bIns="47414" numCol="1" anchor="t" anchorCtr="0" compatLnSpc="1">
            <a:prstTxWarp prst="textNoShape">
              <a:avLst/>
            </a:prstTxWarp>
          </a:bodyPr>
          <a:lstStyle>
            <a:lvl1pPr algn="l" defTabSz="947738">
              <a:defRPr sz="13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27" tIns="47414" rIns="94827" bIns="47414" numCol="1" anchor="t" anchorCtr="0" compatLnSpc="1">
            <a:prstTxWarp prst="textNoShape">
              <a:avLst/>
            </a:prstTxWarp>
          </a:bodyPr>
          <a:lstStyle>
            <a:lvl1pPr algn="r" defTabSz="947738">
              <a:defRPr sz="13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27" tIns="47414" rIns="94827" bIns="47414" numCol="1" anchor="b" anchorCtr="0" compatLnSpc="1">
            <a:prstTxWarp prst="textNoShape">
              <a:avLst/>
            </a:prstTxWarp>
          </a:bodyPr>
          <a:lstStyle>
            <a:lvl1pPr algn="l" defTabSz="947738">
              <a:defRPr sz="13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Copyright 2011 ⓒ  LG CNS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27" tIns="47414" rIns="94827" bIns="47414" numCol="1" anchor="b" anchorCtr="0" compatLnSpc="1">
            <a:prstTxWarp prst="textNoShape">
              <a:avLst/>
            </a:prstTxWarp>
          </a:bodyPr>
          <a:lstStyle>
            <a:lvl1pPr algn="r" defTabSz="947738">
              <a:defRPr sz="13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CE73F57E-B711-4ED3-B930-475FA2038FF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741635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9075" y="649288"/>
            <a:ext cx="6362700" cy="4241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43"/>
          <p:cNvSpPr>
            <a:spLocks noChangeArrowheads="1"/>
          </p:cNvSpPr>
          <p:nvPr/>
        </p:nvSpPr>
        <p:spPr bwMode="auto">
          <a:xfrm>
            <a:off x="2536825" y="9612313"/>
            <a:ext cx="163036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15" tIns="47407" rIns="94815" bIns="47407"/>
          <a:lstStyle>
            <a:lvl1pPr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1pPr>
            <a:lvl2pPr marL="742950" indent="-285750"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2pPr>
            <a:lvl3pPr marL="1143000" indent="-228600"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3pPr>
            <a:lvl4pPr marL="1600200" indent="-228600"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4pPr>
            <a:lvl5pPr marL="2057400" indent="-228600"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en-US" altLang="ko-KR" sz="900">
                <a:solidFill>
                  <a:schemeClr val="tx1"/>
                </a:solidFill>
                <a:ea typeface="맑은 고딕" pitchFamily="50" charset="-127"/>
              </a:rPr>
              <a:t>8 - </a:t>
            </a:r>
            <a:fld id="{B4A63CC8-0311-4756-8E8F-89FEA17E331B}" type="slidenum">
              <a:rPr lang="en-US" altLang="ko-KR" sz="900" smtClean="0">
                <a:solidFill>
                  <a:schemeClr val="tx1"/>
                </a:solidFill>
                <a:ea typeface="맑은 고딕" pitchFamily="50" charset="-127"/>
              </a:rPr>
              <a:pPr algn="ctr" eaLnBrk="1" hangingPunct="1">
                <a:defRPr/>
              </a:pPr>
              <a:t>‹#›</a:t>
            </a:fld>
            <a:endParaRPr lang="en-US" altLang="ko-KR" sz="900">
              <a:solidFill>
                <a:schemeClr val="tx1"/>
              </a:solidFill>
              <a:ea typeface="맑은 고딕" pitchFamily="50" charset="-127"/>
            </a:endParaRPr>
          </a:p>
        </p:txBody>
      </p:sp>
      <p:sp>
        <p:nvSpPr>
          <p:cNvPr id="17416" name="Rectangle 8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19075" y="5222875"/>
            <a:ext cx="6362700" cy="309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827" tIns="47414" rIns="94827" bIns="47414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ko-KR" noProof="0" dirty="0"/>
          </a:p>
          <a:p>
            <a:pPr lvl="0"/>
            <a:endParaRPr lang="en-US" altLang="ko-KR" noProof="0" dirty="0"/>
          </a:p>
        </p:txBody>
      </p:sp>
      <p:sp>
        <p:nvSpPr>
          <p:cNvPr id="29701" name="Line 41"/>
          <p:cNvSpPr>
            <a:spLocks noChangeShapeType="1"/>
          </p:cNvSpPr>
          <p:nvPr/>
        </p:nvSpPr>
        <p:spPr bwMode="auto">
          <a:xfrm flipV="1">
            <a:off x="230188" y="469900"/>
            <a:ext cx="63515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9702" name="Line 46"/>
          <p:cNvSpPr>
            <a:spLocks noChangeShapeType="1"/>
          </p:cNvSpPr>
          <p:nvPr/>
        </p:nvSpPr>
        <p:spPr bwMode="auto">
          <a:xfrm flipV="1">
            <a:off x="230188" y="9499600"/>
            <a:ext cx="63515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7655" name="Text Box 47"/>
          <p:cNvSpPr txBox="1">
            <a:spLocks noChangeArrowheads="1"/>
          </p:cNvSpPr>
          <p:nvPr/>
        </p:nvSpPr>
        <p:spPr bwMode="auto">
          <a:xfrm>
            <a:off x="157163" y="150813"/>
            <a:ext cx="2173287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334" tIns="48534" rIns="93334" bIns="48534">
            <a:spAutoFit/>
          </a:bodyPr>
          <a:lstStyle>
            <a:lvl1pPr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1pPr>
            <a:lvl2pPr marL="742950" indent="-285750"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2pPr>
            <a:lvl3pPr marL="1143000" indent="-228600"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3pPr>
            <a:lvl4pPr marL="1600200" indent="-228600"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4pPr>
            <a:lvl5pPr marL="2057400" indent="-228600"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000">
                <a:solidFill>
                  <a:schemeClr val="tx1"/>
                </a:solidFill>
                <a:ea typeface="맑은 고딕" pitchFamily="50" charset="-127"/>
              </a:rPr>
              <a:t>C Programming</a:t>
            </a:r>
            <a:endParaRPr lang="ko-KR" altLang="en-US" sz="1000">
              <a:solidFill>
                <a:schemeClr val="tx1"/>
              </a:solidFill>
              <a:ea typeface="맑은 고딕" pitchFamily="50" charset="-127"/>
            </a:endParaRPr>
          </a:p>
        </p:txBody>
      </p:sp>
      <p:sp>
        <p:nvSpPr>
          <p:cNvPr id="27656" name="Text Box 48"/>
          <p:cNvSpPr txBox="1">
            <a:spLocks noChangeArrowheads="1"/>
          </p:cNvSpPr>
          <p:nvPr/>
        </p:nvSpPr>
        <p:spPr bwMode="auto">
          <a:xfrm>
            <a:off x="4468813" y="150813"/>
            <a:ext cx="2173287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334" tIns="48534" rIns="93334" bIns="48534">
            <a:spAutoFit/>
          </a:bodyPr>
          <a:lstStyle>
            <a:lvl1pPr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1pPr>
            <a:lvl2pPr marL="742950" indent="-285750"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2pPr>
            <a:lvl3pPr marL="1143000" indent="-228600"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3pPr>
            <a:lvl4pPr marL="1600200" indent="-228600"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4pPr>
            <a:lvl5pPr marL="2057400" indent="-228600" defTabSz="947738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1000">
                <a:solidFill>
                  <a:schemeClr val="tx1"/>
                </a:solidFill>
                <a:ea typeface="맑은 고딕" pitchFamily="50" charset="-127"/>
              </a:rPr>
              <a:t>6. </a:t>
            </a:r>
            <a:r>
              <a:rPr lang="ko-KR" altLang="en-US" sz="1000">
                <a:solidFill>
                  <a:schemeClr val="tx1"/>
                </a:solidFill>
                <a:ea typeface="맑은 고딕" pitchFamily="50" charset="-127"/>
              </a:rPr>
              <a:t>기억 부류</a:t>
            </a:r>
          </a:p>
        </p:txBody>
      </p:sp>
      <p:sp>
        <p:nvSpPr>
          <p:cNvPr id="27657" name="Rectangle 42"/>
          <p:cNvSpPr>
            <a:spLocks noChangeArrowheads="1"/>
          </p:cNvSpPr>
          <p:nvPr/>
        </p:nvSpPr>
        <p:spPr bwMode="auto">
          <a:xfrm>
            <a:off x="141288" y="9563100"/>
            <a:ext cx="17526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1pPr>
            <a:lvl2pPr marL="742950" indent="-285750" defTabSz="762000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2pPr>
            <a:lvl3pPr marL="1143000" indent="-228600" defTabSz="762000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3pPr>
            <a:lvl4pPr marL="1600200" indent="-228600" defTabSz="762000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4pPr>
            <a:lvl5pPr marL="2057400" indent="-228600" defTabSz="762000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9pPr>
          </a:lstStyle>
          <a:p>
            <a:pPr algn="ctr" latinLnBrk="0">
              <a:defRPr/>
            </a:pPr>
            <a:r>
              <a:rPr lang="en-US" altLang="ko-KR" sz="1000">
                <a:solidFill>
                  <a:schemeClr val="tx1"/>
                </a:solidFill>
                <a:latin typeface="Microsoft Sans Serif" pitchFamily="34" charset="0"/>
                <a:cs typeface="Microsoft Sans Serif" pitchFamily="34" charset="0"/>
              </a:rPr>
              <a:t>Copyright 2011 ⓒ  LG CNS</a:t>
            </a:r>
          </a:p>
        </p:txBody>
      </p:sp>
      <p:pic>
        <p:nvPicPr>
          <p:cNvPr id="29706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9582150"/>
            <a:ext cx="79057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34980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900" kern="1200">
        <a:solidFill>
          <a:schemeClr val="tx1"/>
        </a:solidFill>
        <a:latin typeface="Candara" pitchFamily="34" charset="0"/>
        <a:ea typeface="맑은 고딕" pitchFamily="50" charset="-127"/>
        <a:cs typeface="+mn-cs"/>
      </a:defRPr>
    </a:lvl1pPr>
    <a:lvl2pPr marL="742950" indent="-28575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11430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6002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0574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73038" y="649288"/>
            <a:ext cx="6454775" cy="42418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976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925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4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 txBox="1">
            <a:spLocks/>
          </p:cNvSpPr>
          <p:nvPr userDrawn="1"/>
        </p:nvSpPr>
        <p:spPr>
          <a:xfrm>
            <a:off x="206375" y="171450"/>
            <a:ext cx="7810500" cy="346075"/>
          </a:xfrm>
          <a:prstGeom prst="rect">
            <a:avLst/>
          </a:prstGeom>
        </p:spPr>
        <p:txBody>
          <a:bodyPr/>
          <a:lstStyle>
            <a:lvl1pPr algn="l">
              <a:defRPr sz="1800" b="1">
                <a:solidFill>
                  <a:srgbClr val="A9072E"/>
                </a:solidFill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kumimoji="0" lang="ko-KR" altLang="en-US"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44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2"/>
          <p:cNvSpPr>
            <a:spLocks noChangeArrowheads="1"/>
          </p:cNvSpPr>
          <p:nvPr/>
        </p:nvSpPr>
        <p:spPr bwMode="auto">
          <a:xfrm>
            <a:off x="8059449" y="6400223"/>
            <a:ext cx="36004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bg1"/>
                </a:solidFill>
                <a:latin typeface="Candara" pitchFamily="34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53D09533-6346-489D-BB52-9E4FE8C89C72}" type="slidenum">
              <a:rPr lang="en-US" altLang="ko-KR" b="1" smtClean="0">
                <a:solidFill>
                  <a:srgbClr val="000000"/>
                </a:solidFill>
                <a:ea typeface="나눔고딕 Bold"/>
                <a:cs typeface="나눔고딕 Bold"/>
              </a:rPr>
              <a:pPr algn="ctr" eaLnBrk="1" hangingPunct="1">
                <a:defRPr/>
              </a:pPr>
              <a:t>‹#›</a:t>
            </a:fld>
            <a:r>
              <a:rPr lang="en-US" altLang="ko-KR" b="1">
                <a:solidFill>
                  <a:srgbClr val="000000"/>
                </a:solidFill>
                <a:ea typeface="나눔고딕 Bold"/>
                <a:cs typeface="나눔고딕 Bold"/>
              </a:rPr>
              <a:t> </a:t>
            </a:r>
            <a:endParaRPr lang="en-US" altLang="ko-KR" sz="1200">
              <a:solidFill>
                <a:srgbClr val="000000"/>
              </a:solidFill>
              <a:ea typeface="나눔고딕 Bold"/>
              <a:cs typeface="나눔고딕 Bold"/>
            </a:endParaRPr>
          </a:p>
          <a:p>
            <a:pPr algn="ctr" eaLnBrk="1" hangingPunct="1">
              <a:defRPr/>
            </a:pPr>
            <a:endParaRPr lang="en-US" altLang="ko-KR" sz="1200">
              <a:solidFill>
                <a:srgbClr val="000000"/>
              </a:solidFill>
              <a:ea typeface="나눔고딕 Bold"/>
              <a:cs typeface="나눔고딕 Bold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0" y="733425"/>
            <a:ext cx="10440988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45" r:id="rId1"/>
  </p:sldLayoutIdLst>
  <p:hf sldNum="0" hdr="0" ftr="0" dt="0"/>
  <p:txStyles>
    <p:titleStyle>
      <a:lvl1pPr algn="ctr" defTabSz="855663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855663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</a:defRPr>
      </a:lvl2pPr>
      <a:lvl3pPr algn="ctr" defTabSz="855663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</a:defRPr>
      </a:lvl3pPr>
      <a:lvl4pPr algn="ctr" defTabSz="855663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</a:defRPr>
      </a:lvl4pPr>
      <a:lvl5pPr algn="ctr" defTabSz="855663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</a:defRPr>
      </a:lvl5pPr>
      <a:lvl6pPr marL="457200" algn="ctr" defTabSz="855663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</a:defRPr>
      </a:lvl6pPr>
      <a:lvl7pPr marL="914400" algn="ctr" defTabSz="855663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</a:defRPr>
      </a:lvl7pPr>
      <a:lvl8pPr marL="1371600" algn="ctr" defTabSz="855663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</a:defRPr>
      </a:lvl8pPr>
      <a:lvl9pPr marL="1828800" algn="ctr" defTabSz="855663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20675" indent="-320675" algn="l" defTabSz="85566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66700" algn="l" defTabSz="85566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600">
          <a:solidFill>
            <a:schemeClr val="tx1"/>
          </a:solidFill>
          <a:latin typeface="+mn-lt"/>
          <a:ea typeface="+mn-ea"/>
        </a:defRPr>
      </a:lvl2pPr>
      <a:lvl3pPr marL="1069975" indent="-214313" algn="l" defTabSz="85566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200">
          <a:solidFill>
            <a:schemeClr val="tx1"/>
          </a:solidFill>
          <a:latin typeface="+mn-lt"/>
          <a:ea typeface="+mn-ea"/>
        </a:defRPr>
      </a:lvl3pPr>
      <a:lvl4pPr marL="1498600" indent="-214313" algn="l" defTabSz="85566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00">
          <a:solidFill>
            <a:schemeClr val="tx1"/>
          </a:solidFill>
          <a:latin typeface="+mn-lt"/>
          <a:ea typeface="+mn-ea"/>
        </a:defRPr>
      </a:lvl4pPr>
      <a:lvl5pPr marL="1925638" indent="-214313" algn="l" defTabSz="855663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5pPr>
      <a:lvl6pPr marL="2382838" indent="-214313" algn="l" defTabSz="855663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6pPr>
      <a:lvl7pPr marL="2840038" indent="-214313" algn="l" defTabSz="855663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7pPr>
      <a:lvl8pPr marL="3297238" indent="-214313" algn="l" defTabSz="855663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8pPr>
      <a:lvl9pPr marL="3754438" indent="-214313" algn="l" defTabSz="855663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9B6906-CAEE-2A42-592C-448C0FF4E4A1}"/>
              </a:ext>
            </a:extLst>
          </p:cNvPr>
          <p:cNvSpPr txBox="1"/>
          <p:nvPr/>
        </p:nvSpPr>
        <p:spPr>
          <a:xfrm>
            <a:off x="1179095" y="348916"/>
            <a:ext cx="4363695" cy="15663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err="1">
                <a:solidFill>
                  <a:schemeClr val="tx1"/>
                </a:solidFill>
                <a:latin typeface="Consolas" panose="020B0609020204030204" pitchFamily="49" charset="0"/>
              </a:rPr>
              <a:t>center_x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 = (x + w/2) / </a:t>
            </a:r>
            <a:r>
              <a:rPr lang="en-US" altLang="ko-KR" sz="1800" err="1">
                <a:solidFill>
                  <a:schemeClr val="tx1"/>
                </a:solidFill>
                <a:latin typeface="Consolas" panose="020B0609020204030204" pitchFamily="49" charset="0"/>
              </a:rPr>
              <a:t>img_width</a:t>
            </a:r>
            <a:endParaRPr lang="en-US" altLang="ko-KR" sz="180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ko-KR" sz="1800" err="1">
                <a:solidFill>
                  <a:schemeClr val="tx1"/>
                </a:solidFill>
                <a:latin typeface="Consolas" panose="020B0609020204030204" pitchFamily="49" charset="0"/>
              </a:rPr>
              <a:t>center_y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 = (y + h/2) / </a:t>
            </a:r>
            <a:r>
              <a:rPr lang="en-US" altLang="ko-KR" sz="1800" err="1">
                <a:solidFill>
                  <a:schemeClr val="tx1"/>
                </a:solidFill>
                <a:latin typeface="Consolas" panose="020B0609020204030204" pitchFamily="49" charset="0"/>
              </a:rPr>
              <a:t>img_height</a:t>
            </a:r>
            <a:endParaRPr lang="en-US" altLang="ko-KR" sz="180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ko-KR" sz="1800" err="1">
                <a:solidFill>
                  <a:schemeClr val="tx1"/>
                </a:solidFill>
                <a:latin typeface="Consolas" panose="020B0609020204030204" pitchFamily="49" charset="0"/>
              </a:rPr>
              <a:t>norm_w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 = w / </a:t>
            </a:r>
            <a:r>
              <a:rPr lang="en-US" altLang="ko-KR" sz="1800" err="1">
                <a:solidFill>
                  <a:schemeClr val="tx1"/>
                </a:solidFill>
                <a:latin typeface="Consolas" panose="020B0609020204030204" pitchFamily="49" charset="0"/>
              </a:rPr>
              <a:t>img_width</a:t>
            </a:r>
            <a:endParaRPr lang="en-US" altLang="ko-KR" sz="180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ko-KR" sz="1800" err="1">
                <a:solidFill>
                  <a:schemeClr val="tx1"/>
                </a:solidFill>
                <a:latin typeface="Consolas" panose="020B0609020204030204" pitchFamily="49" charset="0"/>
              </a:rPr>
              <a:t>norm_h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 = h / </a:t>
            </a:r>
            <a:r>
              <a:rPr lang="en-US" altLang="ko-KR" sz="1800" err="1">
                <a:solidFill>
                  <a:schemeClr val="tx1"/>
                </a:solidFill>
                <a:latin typeface="Consolas" panose="020B0609020204030204" pitchFamily="49" charset="0"/>
              </a:rPr>
              <a:t>img_height</a:t>
            </a:r>
            <a:endParaRPr lang="en-US" altLang="ko-KR" sz="180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>
              <a:lnSpc>
                <a:spcPct val="130000"/>
              </a:lnSpc>
              <a:buClr>
                <a:srgbClr val="C5003D"/>
              </a:buClr>
            </a:pP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0F58CB4-0A90-9FC2-49F8-1FB1FC8E87FD}"/>
              </a:ext>
            </a:extLst>
          </p:cNvPr>
          <p:cNvSpPr/>
          <p:nvPr/>
        </p:nvSpPr>
        <p:spPr>
          <a:xfrm>
            <a:off x="6334626" y="481262"/>
            <a:ext cx="3687679" cy="2767264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C82E66-72D0-8B92-3B01-9B9BC0A621F0}"/>
              </a:ext>
            </a:extLst>
          </p:cNvPr>
          <p:cNvSpPr/>
          <p:nvPr/>
        </p:nvSpPr>
        <p:spPr>
          <a:xfrm>
            <a:off x="6930191" y="1485900"/>
            <a:ext cx="1311441" cy="9865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FEB3C-9CBD-AC58-AC66-DDF4FA2D0904}"/>
              </a:ext>
            </a:extLst>
          </p:cNvPr>
          <p:cNvSpPr txBox="1"/>
          <p:nvPr/>
        </p:nvSpPr>
        <p:spPr>
          <a:xfrm>
            <a:off x="6210542" y="1132111"/>
            <a:ext cx="1324402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(100,200)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1BA70-858C-B439-45A6-C926CE7CF254}"/>
              </a:ext>
            </a:extLst>
          </p:cNvPr>
          <p:cNvSpPr txBox="1"/>
          <p:nvPr/>
        </p:nvSpPr>
        <p:spPr>
          <a:xfrm>
            <a:off x="7303622" y="1435909"/>
            <a:ext cx="564578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300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28E5A9-702E-F0D7-EF96-AACF495C714C}"/>
              </a:ext>
            </a:extLst>
          </p:cNvPr>
          <p:cNvSpPr txBox="1"/>
          <p:nvPr/>
        </p:nvSpPr>
        <p:spPr>
          <a:xfrm>
            <a:off x="8241631" y="1768304"/>
            <a:ext cx="564578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200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647410-F6D5-A807-5841-64C089C0F69C}"/>
              </a:ext>
            </a:extLst>
          </p:cNvPr>
          <p:cNvSpPr/>
          <p:nvPr/>
        </p:nvSpPr>
        <p:spPr>
          <a:xfrm>
            <a:off x="6884336" y="1432389"/>
            <a:ext cx="121504" cy="121504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2063DE7-8446-0265-F7A7-03F32F7573C7}"/>
              </a:ext>
            </a:extLst>
          </p:cNvPr>
          <p:cNvSpPr/>
          <p:nvPr/>
        </p:nvSpPr>
        <p:spPr>
          <a:xfrm>
            <a:off x="7525159" y="1920450"/>
            <a:ext cx="121504" cy="121504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0E8ED2-040B-4D09-55E1-1658048DEDB4}"/>
              </a:ext>
            </a:extLst>
          </p:cNvPr>
          <p:cNvSpPr txBox="1"/>
          <p:nvPr/>
        </p:nvSpPr>
        <p:spPr>
          <a:xfrm>
            <a:off x="6917228" y="1915307"/>
            <a:ext cx="1324402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(250,300)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BE19E6-0F67-0435-D5BB-AE98710EE6E7}"/>
              </a:ext>
            </a:extLst>
          </p:cNvPr>
          <p:cNvSpPr txBox="1"/>
          <p:nvPr/>
        </p:nvSpPr>
        <p:spPr>
          <a:xfrm>
            <a:off x="7951967" y="59480"/>
            <a:ext cx="564578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640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E2E760-6522-3936-B50E-BE68E12503C1}"/>
              </a:ext>
            </a:extLst>
          </p:cNvPr>
          <p:cNvSpPr txBox="1"/>
          <p:nvPr/>
        </p:nvSpPr>
        <p:spPr>
          <a:xfrm>
            <a:off x="10022305" y="1768304"/>
            <a:ext cx="564578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480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52AFEB-DEA2-E5AB-B9FC-1F9BD25F244A}"/>
              </a:ext>
            </a:extLst>
          </p:cNvPr>
          <p:cNvSpPr txBox="1"/>
          <p:nvPr/>
        </p:nvSpPr>
        <p:spPr>
          <a:xfrm>
            <a:off x="6460958" y="3555332"/>
            <a:ext cx="2396810" cy="419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이미지 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A : 640x480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227EC3-D8F7-14D7-64B0-464E2F1EF98C}"/>
              </a:ext>
            </a:extLst>
          </p:cNvPr>
          <p:cNvSpPr txBox="1"/>
          <p:nvPr/>
        </p:nvSpPr>
        <p:spPr>
          <a:xfrm>
            <a:off x="6460958" y="3899375"/>
            <a:ext cx="3223959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bbox : (250,300,300,200)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0D4D55-0B73-3E3D-A17B-351597A65487}"/>
              </a:ext>
            </a:extLst>
          </p:cNvPr>
          <p:cNvSpPr txBox="1"/>
          <p:nvPr/>
        </p:nvSpPr>
        <p:spPr>
          <a:xfrm>
            <a:off x="6460958" y="4665200"/>
            <a:ext cx="2650084" cy="419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이미지 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B : 1920x1080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3EABF-29D8-DCE2-450F-8F79CDF3EE33}"/>
              </a:ext>
            </a:extLst>
          </p:cNvPr>
          <p:cNvSpPr txBox="1"/>
          <p:nvPr/>
        </p:nvSpPr>
        <p:spPr>
          <a:xfrm>
            <a:off x="6460958" y="5009243"/>
            <a:ext cx="3223959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bbox : (750,675,900,450)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D67F08-A8A4-958E-DF74-616835B254B5}"/>
              </a:ext>
            </a:extLst>
          </p:cNvPr>
          <p:cNvSpPr txBox="1"/>
          <p:nvPr/>
        </p:nvSpPr>
        <p:spPr>
          <a:xfrm>
            <a:off x="648686" y="1979195"/>
            <a:ext cx="5250155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bbox : (0.390625,0.625,0.46875,0.416666)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8C1E95-8CF8-1D92-0D4F-0F27BB3E9D11}"/>
              </a:ext>
            </a:extLst>
          </p:cNvPr>
          <p:cNvSpPr txBox="1"/>
          <p:nvPr/>
        </p:nvSpPr>
        <p:spPr>
          <a:xfrm>
            <a:off x="648685" y="2400977"/>
            <a:ext cx="5503430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bbox : 0.390625 0.625000 0.468750 0.416667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9759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EDE1AE-C807-B3AA-7C7F-F6F49C111A61}"/>
              </a:ext>
            </a:extLst>
          </p:cNvPr>
          <p:cNvSpPr txBox="1"/>
          <p:nvPr/>
        </p:nvSpPr>
        <p:spPr>
          <a:xfrm>
            <a:off x="1136985" y="336884"/>
            <a:ext cx="1324402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f = 10.25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3C1DE-B8A1-5282-76AB-B1D740CD722D}"/>
              </a:ext>
            </a:extLst>
          </p:cNvPr>
          <p:cNvSpPr txBox="1"/>
          <p:nvPr/>
        </p:nvSpPr>
        <p:spPr>
          <a:xfrm>
            <a:off x="1136985" y="865934"/>
            <a:ext cx="1577676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f = 1010.01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A929C-4F03-40B9-B167-904240E364E4}"/>
              </a:ext>
            </a:extLst>
          </p:cNvPr>
          <p:cNvSpPr txBox="1"/>
          <p:nvPr/>
        </p:nvSpPr>
        <p:spPr>
          <a:xfrm>
            <a:off x="5688515" y="-4663"/>
            <a:ext cx="2084225" cy="1502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0.25</a:t>
            </a:r>
          </a:p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---------------</a:t>
            </a:r>
          </a:p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0.5</a:t>
            </a:r>
          </a:p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1.0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5FDDCF7-43A5-9EF7-3B2F-5F8BAED8833E}"/>
              </a:ext>
            </a:extLst>
          </p:cNvPr>
          <p:cNvCxnSpPr/>
          <p:nvPr/>
        </p:nvCxnSpPr>
        <p:spPr>
          <a:xfrm>
            <a:off x="5540542" y="764770"/>
            <a:ext cx="0" cy="624111"/>
          </a:xfrm>
          <a:prstGeom prst="straightConnector1">
            <a:avLst/>
          </a:prstGeom>
          <a:ln>
            <a:solidFill>
              <a:srgbClr val="00206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71F54E7-1233-1F62-60CB-F98B4D1B53EA}"/>
              </a:ext>
            </a:extLst>
          </p:cNvPr>
          <p:cNvSpPr txBox="1"/>
          <p:nvPr/>
        </p:nvSpPr>
        <p:spPr>
          <a:xfrm>
            <a:off x="3333677" y="324594"/>
            <a:ext cx="1324402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IEEE</a:t>
            </a: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 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754</a:t>
            </a: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88F41E-AB04-049C-904C-35752BAC5AE0}"/>
              </a:ext>
            </a:extLst>
          </p:cNvPr>
          <p:cNvSpPr/>
          <p:nvPr/>
        </p:nvSpPr>
        <p:spPr>
          <a:xfrm>
            <a:off x="391025" y="2394284"/>
            <a:ext cx="304631" cy="421782"/>
          </a:xfrm>
          <a:prstGeom prst="rect">
            <a:avLst/>
          </a:prstGeom>
          <a:solidFill>
            <a:srgbClr val="FFFF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1F1E05-07F4-053D-0FFF-9DEBABB18523}"/>
              </a:ext>
            </a:extLst>
          </p:cNvPr>
          <p:cNvSpPr/>
          <p:nvPr/>
        </p:nvSpPr>
        <p:spPr>
          <a:xfrm>
            <a:off x="695656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5DAD0A-97E2-FCD7-FCDD-A0822465EBDB}"/>
              </a:ext>
            </a:extLst>
          </p:cNvPr>
          <p:cNvSpPr/>
          <p:nvPr/>
        </p:nvSpPr>
        <p:spPr>
          <a:xfrm>
            <a:off x="1000287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E1E7C8-4314-A1D0-B8F8-3F3E7B309735}"/>
              </a:ext>
            </a:extLst>
          </p:cNvPr>
          <p:cNvSpPr/>
          <p:nvPr/>
        </p:nvSpPr>
        <p:spPr>
          <a:xfrm>
            <a:off x="1304918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B39F37-ABA4-39F7-1220-DEE3D4B60F17}"/>
              </a:ext>
            </a:extLst>
          </p:cNvPr>
          <p:cNvSpPr/>
          <p:nvPr/>
        </p:nvSpPr>
        <p:spPr>
          <a:xfrm>
            <a:off x="1609550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CB1E44-DAD7-9148-4EAD-1295891280A2}"/>
              </a:ext>
            </a:extLst>
          </p:cNvPr>
          <p:cNvSpPr/>
          <p:nvPr/>
        </p:nvSpPr>
        <p:spPr>
          <a:xfrm>
            <a:off x="1914181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7AF096-459F-AC89-EB93-EB380C0F510F}"/>
              </a:ext>
            </a:extLst>
          </p:cNvPr>
          <p:cNvSpPr/>
          <p:nvPr/>
        </p:nvSpPr>
        <p:spPr>
          <a:xfrm>
            <a:off x="2218812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7AA3BC0-1E56-A280-EB25-CE78FD4776B6}"/>
              </a:ext>
            </a:extLst>
          </p:cNvPr>
          <p:cNvSpPr/>
          <p:nvPr/>
        </p:nvSpPr>
        <p:spPr>
          <a:xfrm>
            <a:off x="2523443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46A5199-28A3-AEC7-E91F-8B02F4323686}"/>
              </a:ext>
            </a:extLst>
          </p:cNvPr>
          <p:cNvSpPr/>
          <p:nvPr/>
        </p:nvSpPr>
        <p:spPr>
          <a:xfrm>
            <a:off x="2869312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E46AEC-A447-7B95-802A-126EDFDA1E6C}"/>
              </a:ext>
            </a:extLst>
          </p:cNvPr>
          <p:cNvSpPr/>
          <p:nvPr/>
        </p:nvSpPr>
        <p:spPr>
          <a:xfrm>
            <a:off x="3173943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B04FA1F-AF13-F32D-5829-67A4B60CF21C}"/>
              </a:ext>
            </a:extLst>
          </p:cNvPr>
          <p:cNvSpPr/>
          <p:nvPr/>
        </p:nvSpPr>
        <p:spPr>
          <a:xfrm>
            <a:off x="3478574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C693F45-AF91-0395-D4F4-E16D65FC2AFA}"/>
              </a:ext>
            </a:extLst>
          </p:cNvPr>
          <p:cNvSpPr/>
          <p:nvPr/>
        </p:nvSpPr>
        <p:spPr>
          <a:xfrm>
            <a:off x="3783205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8E182F-A2A7-DCA2-5034-32DC0C47CFB4}"/>
              </a:ext>
            </a:extLst>
          </p:cNvPr>
          <p:cNvSpPr/>
          <p:nvPr/>
        </p:nvSpPr>
        <p:spPr>
          <a:xfrm>
            <a:off x="4087837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C16C54-0026-F306-6A4B-A615DA143500}"/>
              </a:ext>
            </a:extLst>
          </p:cNvPr>
          <p:cNvSpPr/>
          <p:nvPr/>
        </p:nvSpPr>
        <p:spPr>
          <a:xfrm>
            <a:off x="4392468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BDFD3F-57CE-6105-809B-ACD18D848AC8}"/>
              </a:ext>
            </a:extLst>
          </p:cNvPr>
          <p:cNvSpPr/>
          <p:nvPr/>
        </p:nvSpPr>
        <p:spPr>
          <a:xfrm>
            <a:off x="4697099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36BCEC0-D02D-9C1F-952B-0773F0AE1F2F}"/>
              </a:ext>
            </a:extLst>
          </p:cNvPr>
          <p:cNvSpPr/>
          <p:nvPr/>
        </p:nvSpPr>
        <p:spPr>
          <a:xfrm>
            <a:off x="5001730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50E4B23-F2C8-CD22-1C5F-044AB473F26F}"/>
              </a:ext>
            </a:extLst>
          </p:cNvPr>
          <p:cNvSpPr/>
          <p:nvPr/>
        </p:nvSpPr>
        <p:spPr>
          <a:xfrm>
            <a:off x="5425807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54896D-857A-6F97-CD21-5253036F1872}"/>
              </a:ext>
            </a:extLst>
          </p:cNvPr>
          <p:cNvSpPr/>
          <p:nvPr/>
        </p:nvSpPr>
        <p:spPr>
          <a:xfrm>
            <a:off x="5730438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25380A4-4AA9-6F15-26FB-410297CBCFF5}"/>
              </a:ext>
            </a:extLst>
          </p:cNvPr>
          <p:cNvSpPr/>
          <p:nvPr/>
        </p:nvSpPr>
        <p:spPr>
          <a:xfrm>
            <a:off x="6035069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BBB52EE-ED9A-673F-4A8D-68FF47251900}"/>
              </a:ext>
            </a:extLst>
          </p:cNvPr>
          <p:cNvSpPr/>
          <p:nvPr/>
        </p:nvSpPr>
        <p:spPr>
          <a:xfrm>
            <a:off x="6339700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628F92-02CB-49FD-EAF6-E76B4D1D2732}"/>
              </a:ext>
            </a:extLst>
          </p:cNvPr>
          <p:cNvSpPr/>
          <p:nvPr/>
        </p:nvSpPr>
        <p:spPr>
          <a:xfrm>
            <a:off x="6644331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D82FA7A-617E-24CD-3388-5B3C35227CF9}"/>
              </a:ext>
            </a:extLst>
          </p:cNvPr>
          <p:cNvSpPr/>
          <p:nvPr/>
        </p:nvSpPr>
        <p:spPr>
          <a:xfrm>
            <a:off x="6948963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9D220FA-9B0B-CDAE-1C92-97D543ECD51D}"/>
              </a:ext>
            </a:extLst>
          </p:cNvPr>
          <p:cNvSpPr/>
          <p:nvPr/>
        </p:nvSpPr>
        <p:spPr>
          <a:xfrm>
            <a:off x="7253594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5B9B92E-E726-3C31-48D8-7987942399EC}"/>
              </a:ext>
            </a:extLst>
          </p:cNvPr>
          <p:cNvSpPr/>
          <p:nvPr/>
        </p:nvSpPr>
        <p:spPr>
          <a:xfrm>
            <a:off x="7558225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E8ECC7F-C48F-7E9F-1ABC-5FEBEA5801F2}"/>
              </a:ext>
            </a:extLst>
          </p:cNvPr>
          <p:cNvSpPr/>
          <p:nvPr/>
        </p:nvSpPr>
        <p:spPr>
          <a:xfrm>
            <a:off x="7904094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01EF3DF-922F-D4FA-AE9A-EBC9B351AE1D}"/>
              </a:ext>
            </a:extLst>
          </p:cNvPr>
          <p:cNvSpPr/>
          <p:nvPr/>
        </p:nvSpPr>
        <p:spPr>
          <a:xfrm>
            <a:off x="8208725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4327F5A-4645-E83C-FD00-16BDA81CCE0B}"/>
              </a:ext>
            </a:extLst>
          </p:cNvPr>
          <p:cNvSpPr/>
          <p:nvPr/>
        </p:nvSpPr>
        <p:spPr>
          <a:xfrm>
            <a:off x="8513356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B308332-E573-5EA9-6436-7331ECAD5DD2}"/>
              </a:ext>
            </a:extLst>
          </p:cNvPr>
          <p:cNvSpPr/>
          <p:nvPr/>
        </p:nvSpPr>
        <p:spPr>
          <a:xfrm>
            <a:off x="8817987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6D1F3D-FEC7-C939-2905-26E9F9F78325}"/>
              </a:ext>
            </a:extLst>
          </p:cNvPr>
          <p:cNvSpPr/>
          <p:nvPr/>
        </p:nvSpPr>
        <p:spPr>
          <a:xfrm>
            <a:off x="9122618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E83386D-F959-D99D-718D-F7723A6AA938}"/>
              </a:ext>
            </a:extLst>
          </p:cNvPr>
          <p:cNvSpPr/>
          <p:nvPr/>
        </p:nvSpPr>
        <p:spPr>
          <a:xfrm>
            <a:off x="9427250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CE10838-2596-88AA-3E3E-C5C83DEB9C56}"/>
              </a:ext>
            </a:extLst>
          </p:cNvPr>
          <p:cNvSpPr/>
          <p:nvPr/>
        </p:nvSpPr>
        <p:spPr>
          <a:xfrm>
            <a:off x="9731881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F9966FC-1A28-8B46-A4A8-418338A81944}"/>
              </a:ext>
            </a:extLst>
          </p:cNvPr>
          <p:cNvSpPr/>
          <p:nvPr/>
        </p:nvSpPr>
        <p:spPr>
          <a:xfrm>
            <a:off x="10036512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CEA349-7339-BA15-62F1-174EE94F840D}"/>
              </a:ext>
            </a:extLst>
          </p:cNvPr>
          <p:cNvSpPr txBox="1"/>
          <p:nvPr/>
        </p:nvSpPr>
        <p:spPr>
          <a:xfrm>
            <a:off x="5211190" y="2481041"/>
            <a:ext cx="311304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.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CD15C0-C773-7756-80E1-4FCD87C49671}"/>
              </a:ext>
            </a:extLst>
          </p:cNvPr>
          <p:cNvSpPr txBox="1"/>
          <p:nvPr/>
        </p:nvSpPr>
        <p:spPr>
          <a:xfrm>
            <a:off x="407620" y="1865234"/>
            <a:ext cx="2053767" cy="419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고정 소수점 방식</a:t>
            </a:r>
          </a:p>
        </p:txBody>
      </p:sp>
    </p:spTree>
    <p:extLst>
      <p:ext uri="{BB962C8B-B14F-4D97-AF65-F5344CB8AC3E}">
        <p14:creationId xmlns:p14="http://schemas.microsoft.com/office/powerpoint/2010/main" val="3640437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EDE1AE-C807-B3AA-7C7F-F6F49C111A61}"/>
              </a:ext>
            </a:extLst>
          </p:cNvPr>
          <p:cNvSpPr txBox="1"/>
          <p:nvPr/>
        </p:nvSpPr>
        <p:spPr>
          <a:xfrm>
            <a:off x="1136985" y="336884"/>
            <a:ext cx="1324402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f = 10.25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3C1DE-B8A1-5282-76AB-B1D740CD722D}"/>
              </a:ext>
            </a:extLst>
          </p:cNvPr>
          <p:cNvSpPr txBox="1"/>
          <p:nvPr/>
        </p:nvSpPr>
        <p:spPr>
          <a:xfrm>
            <a:off x="1136985" y="865934"/>
            <a:ext cx="2337499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float f = 1010.01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1F54E7-1233-1F62-60CB-F98B4D1B53EA}"/>
              </a:ext>
            </a:extLst>
          </p:cNvPr>
          <p:cNvSpPr txBox="1"/>
          <p:nvPr/>
        </p:nvSpPr>
        <p:spPr>
          <a:xfrm>
            <a:off x="3333677" y="324594"/>
            <a:ext cx="1324402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IEEE</a:t>
            </a: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 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754</a:t>
            </a: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88F41E-AB04-049C-904C-35752BAC5AE0}"/>
              </a:ext>
            </a:extLst>
          </p:cNvPr>
          <p:cNvSpPr/>
          <p:nvPr/>
        </p:nvSpPr>
        <p:spPr>
          <a:xfrm>
            <a:off x="391025" y="2394284"/>
            <a:ext cx="304631" cy="421782"/>
          </a:xfrm>
          <a:prstGeom prst="rect">
            <a:avLst/>
          </a:prstGeom>
          <a:solidFill>
            <a:srgbClr val="FFFF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1F1E05-07F4-053D-0FFF-9DEBABB18523}"/>
              </a:ext>
            </a:extLst>
          </p:cNvPr>
          <p:cNvSpPr/>
          <p:nvPr/>
        </p:nvSpPr>
        <p:spPr>
          <a:xfrm>
            <a:off x="695656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5DAD0A-97E2-FCD7-FCDD-A0822465EBDB}"/>
              </a:ext>
            </a:extLst>
          </p:cNvPr>
          <p:cNvSpPr/>
          <p:nvPr/>
        </p:nvSpPr>
        <p:spPr>
          <a:xfrm>
            <a:off x="1000287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E1E7C8-4314-A1D0-B8F8-3F3E7B309735}"/>
              </a:ext>
            </a:extLst>
          </p:cNvPr>
          <p:cNvSpPr/>
          <p:nvPr/>
        </p:nvSpPr>
        <p:spPr>
          <a:xfrm>
            <a:off x="1304918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B39F37-ABA4-39F7-1220-DEE3D4B60F17}"/>
              </a:ext>
            </a:extLst>
          </p:cNvPr>
          <p:cNvSpPr/>
          <p:nvPr/>
        </p:nvSpPr>
        <p:spPr>
          <a:xfrm>
            <a:off x="1609550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CB1E44-DAD7-9148-4EAD-1295891280A2}"/>
              </a:ext>
            </a:extLst>
          </p:cNvPr>
          <p:cNvSpPr/>
          <p:nvPr/>
        </p:nvSpPr>
        <p:spPr>
          <a:xfrm>
            <a:off x="1914181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7AF096-459F-AC89-EB93-EB380C0F510F}"/>
              </a:ext>
            </a:extLst>
          </p:cNvPr>
          <p:cNvSpPr/>
          <p:nvPr/>
        </p:nvSpPr>
        <p:spPr>
          <a:xfrm>
            <a:off x="2218812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7AA3BC0-1E56-A280-EB25-CE78FD4776B6}"/>
              </a:ext>
            </a:extLst>
          </p:cNvPr>
          <p:cNvSpPr/>
          <p:nvPr/>
        </p:nvSpPr>
        <p:spPr>
          <a:xfrm>
            <a:off x="2523443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46A5199-28A3-AEC7-E91F-8B02F4323686}"/>
              </a:ext>
            </a:extLst>
          </p:cNvPr>
          <p:cNvSpPr/>
          <p:nvPr/>
        </p:nvSpPr>
        <p:spPr>
          <a:xfrm>
            <a:off x="2827200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E46AEC-A447-7B95-802A-126EDFDA1E6C}"/>
              </a:ext>
            </a:extLst>
          </p:cNvPr>
          <p:cNvSpPr/>
          <p:nvPr/>
        </p:nvSpPr>
        <p:spPr>
          <a:xfrm>
            <a:off x="3167927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B04FA1F-AF13-F32D-5829-67A4B60CF21C}"/>
              </a:ext>
            </a:extLst>
          </p:cNvPr>
          <p:cNvSpPr/>
          <p:nvPr/>
        </p:nvSpPr>
        <p:spPr>
          <a:xfrm>
            <a:off x="3472558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C693F45-AF91-0395-D4F4-E16D65FC2AFA}"/>
              </a:ext>
            </a:extLst>
          </p:cNvPr>
          <p:cNvSpPr/>
          <p:nvPr/>
        </p:nvSpPr>
        <p:spPr>
          <a:xfrm>
            <a:off x="3777189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8E182F-A2A7-DCA2-5034-32DC0C47CFB4}"/>
              </a:ext>
            </a:extLst>
          </p:cNvPr>
          <p:cNvSpPr/>
          <p:nvPr/>
        </p:nvSpPr>
        <p:spPr>
          <a:xfrm>
            <a:off x="4081821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C16C54-0026-F306-6A4B-A615DA143500}"/>
              </a:ext>
            </a:extLst>
          </p:cNvPr>
          <p:cNvSpPr/>
          <p:nvPr/>
        </p:nvSpPr>
        <p:spPr>
          <a:xfrm>
            <a:off x="4386452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BDFD3F-57CE-6105-809B-ACD18D848AC8}"/>
              </a:ext>
            </a:extLst>
          </p:cNvPr>
          <p:cNvSpPr/>
          <p:nvPr/>
        </p:nvSpPr>
        <p:spPr>
          <a:xfrm>
            <a:off x="4691083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36BCEC0-D02D-9C1F-952B-0773F0AE1F2F}"/>
              </a:ext>
            </a:extLst>
          </p:cNvPr>
          <p:cNvSpPr/>
          <p:nvPr/>
        </p:nvSpPr>
        <p:spPr>
          <a:xfrm>
            <a:off x="4995714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50E4B23-F2C8-CD22-1C5F-044AB473F26F}"/>
              </a:ext>
            </a:extLst>
          </p:cNvPr>
          <p:cNvSpPr/>
          <p:nvPr/>
        </p:nvSpPr>
        <p:spPr>
          <a:xfrm>
            <a:off x="5305488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54896D-857A-6F97-CD21-5253036F1872}"/>
              </a:ext>
            </a:extLst>
          </p:cNvPr>
          <p:cNvSpPr/>
          <p:nvPr/>
        </p:nvSpPr>
        <p:spPr>
          <a:xfrm>
            <a:off x="5610119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25380A4-4AA9-6F15-26FB-410297CBCFF5}"/>
              </a:ext>
            </a:extLst>
          </p:cNvPr>
          <p:cNvSpPr/>
          <p:nvPr/>
        </p:nvSpPr>
        <p:spPr>
          <a:xfrm>
            <a:off x="5914750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BBB52EE-ED9A-673F-4A8D-68FF47251900}"/>
              </a:ext>
            </a:extLst>
          </p:cNvPr>
          <p:cNvSpPr/>
          <p:nvPr/>
        </p:nvSpPr>
        <p:spPr>
          <a:xfrm>
            <a:off x="6219381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628F92-02CB-49FD-EAF6-E76B4D1D2732}"/>
              </a:ext>
            </a:extLst>
          </p:cNvPr>
          <p:cNvSpPr/>
          <p:nvPr/>
        </p:nvSpPr>
        <p:spPr>
          <a:xfrm>
            <a:off x="6524012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D82FA7A-617E-24CD-3388-5B3C35227CF9}"/>
              </a:ext>
            </a:extLst>
          </p:cNvPr>
          <p:cNvSpPr/>
          <p:nvPr/>
        </p:nvSpPr>
        <p:spPr>
          <a:xfrm>
            <a:off x="6828644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9D220FA-9B0B-CDAE-1C92-97D543ECD51D}"/>
              </a:ext>
            </a:extLst>
          </p:cNvPr>
          <p:cNvSpPr/>
          <p:nvPr/>
        </p:nvSpPr>
        <p:spPr>
          <a:xfrm>
            <a:off x="7133275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5B9B92E-E726-3C31-48D8-7987942399EC}"/>
              </a:ext>
            </a:extLst>
          </p:cNvPr>
          <p:cNvSpPr/>
          <p:nvPr/>
        </p:nvSpPr>
        <p:spPr>
          <a:xfrm>
            <a:off x="7437906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E8ECC7F-C48F-7E9F-1ABC-5FEBEA5801F2}"/>
              </a:ext>
            </a:extLst>
          </p:cNvPr>
          <p:cNvSpPr/>
          <p:nvPr/>
        </p:nvSpPr>
        <p:spPr>
          <a:xfrm>
            <a:off x="7747679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01EF3DF-922F-D4FA-AE9A-EBC9B351AE1D}"/>
              </a:ext>
            </a:extLst>
          </p:cNvPr>
          <p:cNvSpPr/>
          <p:nvPr/>
        </p:nvSpPr>
        <p:spPr>
          <a:xfrm>
            <a:off x="8052310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4327F5A-4645-E83C-FD00-16BDA81CCE0B}"/>
              </a:ext>
            </a:extLst>
          </p:cNvPr>
          <p:cNvSpPr/>
          <p:nvPr/>
        </p:nvSpPr>
        <p:spPr>
          <a:xfrm>
            <a:off x="8356941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B308332-E573-5EA9-6436-7331ECAD5DD2}"/>
              </a:ext>
            </a:extLst>
          </p:cNvPr>
          <p:cNvSpPr/>
          <p:nvPr/>
        </p:nvSpPr>
        <p:spPr>
          <a:xfrm>
            <a:off x="8661572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6D1F3D-FEC7-C939-2905-26E9F9F78325}"/>
              </a:ext>
            </a:extLst>
          </p:cNvPr>
          <p:cNvSpPr/>
          <p:nvPr/>
        </p:nvSpPr>
        <p:spPr>
          <a:xfrm>
            <a:off x="8966203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E83386D-F959-D99D-718D-F7723A6AA938}"/>
              </a:ext>
            </a:extLst>
          </p:cNvPr>
          <p:cNvSpPr/>
          <p:nvPr/>
        </p:nvSpPr>
        <p:spPr>
          <a:xfrm>
            <a:off x="9270835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CE10838-2596-88AA-3E3E-C5C83DEB9C56}"/>
              </a:ext>
            </a:extLst>
          </p:cNvPr>
          <p:cNvSpPr/>
          <p:nvPr/>
        </p:nvSpPr>
        <p:spPr>
          <a:xfrm>
            <a:off x="9575466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F9966FC-1A28-8B46-A4A8-418338A81944}"/>
              </a:ext>
            </a:extLst>
          </p:cNvPr>
          <p:cNvSpPr/>
          <p:nvPr/>
        </p:nvSpPr>
        <p:spPr>
          <a:xfrm>
            <a:off x="9880097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CD15C0-C773-7756-80E1-4FCD87C49671}"/>
              </a:ext>
            </a:extLst>
          </p:cNvPr>
          <p:cNvSpPr txBox="1"/>
          <p:nvPr/>
        </p:nvSpPr>
        <p:spPr>
          <a:xfrm>
            <a:off x="394574" y="1551440"/>
            <a:ext cx="2768707" cy="419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부동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(</a:t>
            </a: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浮動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)</a:t>
            </a: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 소수점 방식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89EC4-98FF-04C5-8D95-2A4BF97DC93C}"/>
              </a:ext>
            </a:extLst>
          </p:cNvPr>
          <p:cNvSpPr txBox="1"/>
          <p:nvPr/>
        </p:nvSpPr>
        <p:spPr>
          <a:xfrm>
            <a:off x="5882753" y="204278"/>
            <a:ext cx="3097323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1000000000 =&gt; 0.</a:t>
            </a:r>
            <a:r>
              <a:rPr lang="en-US" altLang="ko-KR" sz="1800">
                <a:solidFill>
                  <a:srgbClr val="3399FF"/>
                </a:solidFill>
                <a:latin typeface="Consolas" panose="020B0609020204030204" pitchFamily="49" charset="0"/>
                <a:ea typeface="+mn-ea"/>
              </a:rPr>
              <a:t>1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*10^</a:t>
            </a:r>
            <a:r>
              <a:rPr lang="en-US" altLang="ko-KR" sz="1800">
                <a:solidFill>
                  <a:srgbClr val="3399FF"/>
                </a:solidFill>
                <a:latin typeface="Consolas" panose="020B0609020204030204" pitchFamily="49" charset="0"/>
                <a:ea typeface="+mn-ea"/>
              </a:rPr>
              <a:t>10</a:t>
            </a:r>
            <a:endParaRPr lang="ko-KR" altLang="en-US" sz="1800">
              <a:solidFill>
                <a:srgbClr val="3399FF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B40720-D1FA-983C-D44E-3874D30DCC8F}"/>
              </a:ext>
            </a:extLst>
          </p:cNvPr>
          <p:cNvSpPr txBox="1"/>
          <p:nvPr/>
        </p:nvSpPr>
        <p:spPr>
          <a:xfrm>
            <a:off x="3541180" y="1359439"/>
            <a:ext cx="1704313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0.</a:t>
            </a:r>
            <a:r>
              <a:rPr lang="en-US" altLang="ko-KR" sz="1800">
                <a:solidFill>
                  <a:srgbClr val="3399FF"/>
                </a:solidFill>
                <a:latin typeface="Consolas" panose="020B0609020204030204" pitchFamily="49" charset="0"/>
                <a:ea typeface="+mn-ea"/>
              </a:rPr>
              <a:t>101001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*2^</a:t>
            </a:r>
            <a:r>
              <a:rPr lang="en-US" altLang="ko-KR" sz="1800">
                <a:solidFill>
                  <a:srgbClr val="3399FF"/>
                </a:solidFill>
                <a:latin typeface="Consolas" panose="020B0609020204030204" pitchFamily="49" charset="0"/>
                <a:ea typeface="+mn-ea"/>
              </a:rPr>
              <a:t>4</a:t>
            </a:r>
            <a:endParaRPr lang="ko-KR" altLang="en-US" sz="1800">
              <a:solidFill>
                <a:srgbClr val="3399FF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4C986-C56A-2168-79B7-E74C2742AFD7}"/>
              </a:ext>
            </a:extLst>
          </p:cNvPr>
          <p:cNvSpPr txBox="1"/>
          <p:nvPr/>
        </p:nvSpPr>
        <p:spPr>
          <a:xfrm>
            <a:off x="389336" y="1974361"/>
            <a:ext cx="311304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s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F07B35-A61F-5BDA-6040-B84950E48C9C}"/>
              </a:ext>
            </a:extLst>
          </p:cNvPr>
          <p:cNvSpPr txBox="1"/>
          <p:nvPr/>
        </p:nvSpPr>
        <p:spPr>
          <a:xfrm>
            <a:off x="1767728" y="1971363"/>
            <a:ext cx="311304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e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D6D7DF-E217-84EA-DE90-BE90AD9CCD85}"/>
              </a:ext>
            </a:extLst>
          </p:cNvPr>
          <p:cNvSpPr txBox="1"/>
          <p:nvPr/>
        </p:nvSpPr>
        <p:spPr>
          <a:xfrm>
            <a:off x="3810861" y="1971363"/>
            <a:ext cx="311304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m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330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EDE1AE-C807-B3AA-7C7F-F6F49C111A61}"/>
              </a:ext>
            </a:extLst>
          </p:cNvPr>
          <p:cNvSpPr txBox="1"/>
          <p:nvPr/>
        </p:nvSpPr>
        <p:spPr>
          <a:xfrm>
            <a:off x="1136985" y="336884"/>
            <a:ext cx="1324402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f = 10.25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3C1DE-B8A1-5282-76AB-B1D740CD722D}"/>
              </a:ext>
            </a:extLst>
          </p:cNvPr>
          <p:cNvSpPr txBox="1"/>
          <p:nvPr/>
        </p:nvSpPr>
        <p:spPr>
          <a:xfrm>
            <a:off x="1136985" y="865934"/>
            <a:ext cx="2337499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float f = 1010.01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1F54E7-1233-1F62-60CB-F98B4D1B53EA}"/>
              </a:ext>
            </a:extLst>
          </p:cNvPr>
          <p:cNvSpPr txBox="1"/>
          <p:nvPr/>
        </p:nvSpPr>
        <p:spPr>
          <a:xfrm>
            <a:off x="3333677" y="324594"/>
            <a:ext cx="1324402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IEEE</a:t>
            </a: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 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754</a:t>
            </a: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88F41E-AB04-049C-904C-35752BAC5AE0}"/>
              </a:ext>
            </a:extLst>
          </p:cNvPr>
          <p:cNvSpPr/>
          <p:nvPr/>
        </p:nvSpPr>
        <p:spPr>
          <a:xfrm>
            <a:off x="391025" y="2394284"/>
            <a:ext cx="304631" cy="421782"/>
          </a:xfrm>
          <a:prstGeom prst="rect">
            <a:avLst/>
          </a:prstGeom>
          <a:solidFill>
            <a:srgbClr val="FFFF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1F1E05-07F4-053D-0FFF-9DEBABB18523}"/>
              </a:ext>
            </a:extLst>
          </p:cNvPr>
          <p:cNvSpPr/>
          <p:nvPr/>
        </p:nvSpPr>
        <p:spPr>
          <a:xfrm>
            <a:off x="695656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5DAD0A-97E2-FCD7-FCDD-A0822465EBDB}"/>
              </a:ext>
            </a:extLst>
          </p:cNvPr>
          <p:cNvSpPr/>
          <p:nvPr/>
        </p:nvSpPr>
        <p:spPr>
          <a:xfrm>
            <a:off x="1000287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E1E7C8-4314-A1D0-B8F8-3F3E7B309735}"/>
              </a:ext>
            </a:extLst>
          </p:cNvPr>
          <p:cNvSpPr/>
          <p:nvPr/>
        </p:nvSpPr>
        <p:spPr>
          <a:xfrm>
            <a:off x="1304918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B39F37-ABA4-39F7-1220-DEE3D4B60F17}"/>
              </a:ext>
            </a:extLst>
          </p:cNvPr>
          <p:cNvSpPr/>
          <p:nvPr/>
        </p:nvSpPr>
        <p:spPr>
          <a:xfrm>
            <a:off x="1609550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CB1E44-DAD7-9148-4EAD-1295891280A2}"/>
              </a:ext>
            </a:extLst>
          </p:cNvPr>
          <p:cNvSpPr/>
          <p:nvPr/>
        </p:nvSpPr>
        <p:spPr>
          <a:xfrm>
            <a:off x="1914181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7AF096-459F-AC89-EB93-EB380C0F510F}"/>
              </a:ext>
            </a:extLst>
          </p:cNvPr>
          <p:cNvSpPr/>
          <p:nvPr/>
        </p:nvSpPr>
        <p:spPr>
          <a:xfrm>
            <a:off x="2218812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7AA3BC0-1E56-A280-EB25-CE78FD4776B6}"/>
              </a:ext>
            </a:extLst>
          </p:cNvPr>
          <p:cNvSpPr/>
          <p:nvPr/>
        </p:nvSpPr>
        <p:spPr>
          <a:xfrm>
            <a:off x="2523443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46A5199-28A3-AEC7-E91F-8B02F4323686}"/>
              </a:ext>
            </a:extLst>
          </p:cNvPr>
          <p:cNvSpPr/>
          <p:nvPr/>
        </p:nvSpPr>
        <p:spPr>
          <a:xfrm>
            <a:off x="2827200" y="2394284"/>
            <a:ext cx="304631" cy="421782"/>
          </a:xfrm>
          <a:prstGeom prst="rect">
            <a:avLst/>
          </a:prstGeom>
          <a:solidFill>
            <a:srgbClr val="FEF0F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E46AEC-A447-7B95-802A-126EDFDA1E6C}"/>
              </a:ext>
            </a:extLst>
          </p:cNvPr>
          <p:cNvSpPr/>
          <p:nvPr/>
        </p:nvSpPr>
        <p:spPr>
          <a:xfrm>
            <a:off x="3167927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B04FA1F-AF13-F32D-5829-67A4B60CF21C}"/>
              </a:ext>
            </a:extLst>
          </p:cNvPr>
          <p:cNvSpPr/>
          <p:nvPr/>
        </p:nvSpPr>
        <p:spPr>
          <a:xfrm>
            <a:off x="3472558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C693F45-AF91-0395-D4F4-E16D65FC2AFA}"/>
              </a:ext>
            </a:extLst>
          </p:cNvPr>
          <p:cNvSpPr/>
          <p:nvPr/>
        </p:nvSpPr>
        <p:spPr>
          <a:xfrm>
            <a:off x="3777189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8E182F-A2A7-DCA2-5034-32DC0C47CFB4}"/>
              </a:ext>
            </a:extLst>
          </p:cNvPr>
          <p:cNvSpPr/>
          <p:nvPr/>
        </p:nvSpPr>
        <p:spPr>
          <a:xfrm>
            <a:off x="4081821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C16C54-0026-F306-6A4B-A615DA143500}"/>
              </a:ext>
            </a:extLst>
          </p:cNvPr>
          <p:cNvSpPr/>
          <p:nvPr/>
        </p:nvSpPr>
        <p:spPr>
          <a:xfrm>
            <a:off x="4386452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BDFD3F-57CE-6105-809B-ACD18D848AC8}"/>
              </a:ext>
            </a:extLst>
          </p:cNvPr>
          <p:cNvSpPr/>
          <p:nvPr/>
        </p:nvSpPr>
        <p:spPr>
          <a:xfrm>
            <a:off x="4691083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36BCEC0-D02D-9C1F-952B-0773F0AE1F2F}"/>
              </a:ext>
            </a:extLst>
          </p:cNvPr>
          <p:cNvSpPr/>
          <p:nvPr/>
        </p:nvSpPr>
        <p:spPr>
          <a:xfrm>
            <a:off x="4995714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50E4B23-F2C8-CD22-1C5F-044AB473F26F}"/>
              </a:ext>
            </a:extLst>
          </p:cNvPr>
          <p:cNvSpPr/>
          <p:nvPr/>
        </p:nvSpPr>
        <p:spPr>
          <a:xfrm>
            <a:off x="5305488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54896D-857A-6F97-CD21-5253036F1872}"/>
              </a:ext>
            </a:extLst>
          </p:cNvPr>
          <p:cNvSpPr/>
          <p:nvPr/>
        </p:nvSpPr>
        <p:spPr>
          <a:xfrm>
            <a:off x="5610119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25380A4-4AA9-6F15-26FB-410297CBCFF5}"/>
              </a:ext>
            </a:extLst>
          </p:cNvPr>
          <p:cNvSpPr/>
          <p:nvPr/>
        </p:nvSpPr>
        <p:spPr>
          <a:xfrm>
            <a:off x="5914750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BBB52EE-ED9A-673F-4A8D-68FF47251900}"/>
              </a:ext>
            </a:extLst>
          </p:cNvPr>
          <p:cNvSpPr/>
          <p:nvPr/>
        </p:nvSpPr>
        <p:spPr>
          <a:xfrm>
            <a:off x="6219381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628F92-02CB-49FD-EAF6-E76B4D1D2732}"/>
              </a:ext>
            </a:extLst>
          </p:cNvPr>
          <p:cNvSpPr/>
          <p:nvPr/>
        </p:nvSpPr>
        <p:spPr>
          <a:xfrm>
            <a:off x="6524012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D82FA7A-617E-24CD-3388-5B3C35227CF9}"/>
              </a:ext>
            </a:extLst>
          </p:cNvPr>
          <p:cNvSpPr/>
          <p:nvPr/>
        </p:nvSpPr>
        <p:spPr>
          <a:xfrm>
            <a:off x="6828644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9D220FA-9B0B-CDAE-1C92-97D543ECD51D}"/>
              </a:ext>
            </a:extLst>
          </p:cNvPr>
          <p:cNvSpPr/>
          <p:nvPr/>
        </p:nvSpPr>
        <p:spPr>
          <a:xfrm>
            <a:off x="7133275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5B9B92E-E726-3C31-48D8-7987942399EC}"/>
              </a:ext>
            </a:extLst>
          </p:cNvPr>
          <p:cNvSpPr/>
          <p:nvPr/>
        </p:nvSpPr>
        <p:spPr>
          <a:xfrm>
            <a:off x="7437906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E8ECC7F-C48F-7E9F-1ABC-5FEBEA5801F2}"/>
              </a:ext>
            </a:extLst>
          </p:cNvPr>
          <p:cNvSpPr/>
          <p:nvPr/>
        </p:nvSpPr>
        <p:spPr>
          <a:xfrm>
            <a:off x="7747679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01EF3DF-922F-D4FA-AE9A-EBC9B351AE1D}"/>
              </a:ext>
            </a:extLst>
          </p:cNvPr>
          <p:cNvSpPr/>
          <p:nvPr/>
        </p:nvSpPr>
        <p:spPr>
          <a:xfrm>
            <a:off x="8052310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4327F5A-4645-E83C-FD00-16BDA81CCE0B}"/>
              </a:ext>
            </a:extLst>
          </p:cNvPr>
          <p:cNvSpPr/>
          <p:nvPr/>
        </p:nvSpPr>
        <p:spPr>
          <a:xfrm>
            <a:off x="8356941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B308332-E573-5EA9-6436-7331ECAD5DD2}"/>
              </a:ext>
            </a:extLst>
          </p:cNvPr>
          <p:cNvSpPr/>
          <p:nvPr/>
        </p:nvSpPr>
        <p:spPr>
          <a:xfrm>
            <a:off x="8661572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6D1F3D-FEC7-C939-2905-26E9F9F78325}"/>
              </a:ext>
            </a:extLst>
          </p:cNvPr>
          <p:cNvSpPr/>
          <p:nvPr/>
        </p:nvSpPr>
        <p:spPr>
          <a:xfrm>
            <a:off x="8966203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E83386D-F959-D99D-718D-F7723A6AA938}"/>
              </a:ext>
            </a:extLst>
          </p:cNvPr>
          <p:cNvSpPr/>
          <p:nvPr/>
        </p:nvSpPr>
        <p:spPr>
          <a:xfrm>
            <a:off x="9270835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CE10838-2596-88AA-3E3E-C5C83DEB9C56}"/>
              </a:ext>
            </a:extLst>
          </p:cNvPr>
          <p:cNvSpPr/>
          <p:nvPr/>
        </p:nvSpPr>
        <p:spPr>
          <a:xfrm>
            <a:off x="9575466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F9966FC-1A28-8B46-A4A8-418338A81944}"/>
              </a:ext>
            </a:extLst>
          </p:cNvPr>
          <p:cNvSpPr/>
          <p:nvPr/>
        </p:nvSpPr>
        <p:spPr>
          <a:xfrm>
            <a:off x="9880097" y="2394284"/>
            <a:ext cx="304631" cy="421782"/>
          </a:xfrm>
          <a:prstGeom prst="rect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CD15C0-C773-7756-80E1-4FCD87C49671}"/>
              </a:ext>
            </a:extLst>
          </p:cNvPr>
          <p:cNvSpPr txBox="1"/>
          <p:nvPr/>
        </p:nvSpPr>
        <p:spPr>
          <a:xfrm>
            <a:off x="394574" y="1551440"/>
            <a:ext cx="2768707" cy="419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부동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(</a:t>
            </a: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浮動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)</a:t>
            </a:r>
            <a:r>
              <a:rPr lang="ko-KR" altLang="en-US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 소수점 방식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89EC4-98FF-04C5-8D95-2A4BF97DC93C}"/>
              </a:ext>
            </a:extLst>
          </p:cNvPr>
          <p:cNvSpPr txBox="1"/>
          <p:nvPr/>
        </p:nvSpPr>
        <p:spPr>
          <a:xfrm>
            <a:off x="5882753" y="204278"/>
            <a:ext cx="3603872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0.00000000001 =&gt; 0.</a:t>
            </a:r>
            <a:r>
              <a:rPr lang="en-US" altLang="ko-KR" sz="1800">
                <a:solidFill>
                  <a:srgbClr val="3399FF"/>
                </a:solidFill>
                <a:latin typeface="Consolas" panose="020B0609020204030204" pitchFamily="49" charset="0"/>
                <a:ea typeface="+mn-ea"/>
              </a:rPr>
              <a:t>1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*10^-</a:t>
            </a:r>
            <a:r>
              <a:rPr lang="en-US" altLang="ko-KR" sz="1800">
                <a:solidFill>
                  <a:srgbClr val="FF0000"/>
                </a:solidFill>
                <a:latin typeface="Consolas" panose="020B0609020204030204" pitchFamily="49" charset="0"/>
                <a:ea typeface="+mn-ea"/>
              </a:rPr>
              <a:t>10</a:t>
            </a:r>
            <a:endParaRPr lang="ko-KR" altLang="en-US" sz="1800">
              <a:solidFill>
                <a:srgbClr val="FF0000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B40720-D1FA-983C-D44E-3874D30DCC8F}"/>
              </a:ext>
            </a:extLst>
          </p:cNvPr>
          <p:cNvSpPr txBox="1"/>
          <p:nvPr/>
        </p:nvSpPr>
        <p:spPr>
          <a:xfrm>
            <a:off x="3541180" y="1359439"/>
            <a:ext cx="1577676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1.</a:t>
            </a:r>
            <a:r>
              <a:rPr lang="en-US" altLang="ko-KR" sz="1800">
                <a:solidFill>
                  <a:srgbClr val="3399FF"/>
                </a:solidFill>
                <a:latin typeface="Consolas" panose="020B0609020204030204" pitchFamily="49" charset="0"/>
                <a:ea typeface="+mn-ea"/>
              </a:rPr>
              <a:t>01001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*2^</a:t>
            </a:r>
            <a:r>
              <a:rPr lang="en-US" altLang="ko-KR" sz="1800">
                <a:solidFill>
                  <a:srgbClr val="FF0000"/>
                </a:solidFill>
                <a:latin typeface="Consolas" panose="020B0609020204030204" pitchFamily="49" charset="0"/>
                <a:ea typeface="+mn-ea"/>
              </a:rPr>
              <a:t>3</a:t>
            </a:r>
            <a:endParaRPr lang="ko-KR" altLang="en-US" sz="1800">
              <a:solidFill>
                <a:srgbClr val="FF0000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4C986-C56A-2168-79B7-E74C2742AFD7}"/>
              </a:ext>
            </a:extLst>
          </p:cNvPr>
          <p:cNvSpPr txBox="1"/>
          <p:nvPr/>
        </p:nvSpPr>
        <p:spPr>
          <a:xfrm>
            <a:off x="389336" y="1974361"/>
            <a:ext cx="311304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s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F07B35-A61F-5BDA-6040-B84950E48C9C}"/>
              </a:ext>
            </a:extLst>
          </p:cNvPr>
          <p:cNvSpPr txBox="1"/>
          <p:nvPr/>
        </p:nvSpPr>
        <p:spPr>
          <a:xfrm>
            <a:off x="1767728" y="1971363"/>
            <a:ext cx="311304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e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D6D7DF-E217-84EA-DE90-BE90AD9CCD85}"/>
              </a:ext>
            </a:extLst>
          </p:cNvPr>
          <p:cNvSpPr txBox="1"/>
          <p:nvPr/>
        </p:nvSpPr>
        <p:spPr>
          <a:xfrm>
            <a:off x="3810861" y="1971363"/>
            <a:ext cx="311304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m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588F59-4CEF-BBB6-866E-77256CAD2779}"/>
                  </a:ext>
                </a:extLst>
              </p:cNvPr>
              <p:cNvSpPr txBox="1"/>
              <p:nvPr/>
            </p:nvSpPr>
            <p:spPr>
              <a:xfrm>
                <a:off x="3052617" y="3179625"/>
                <a:ext cx="3925305" cy="5829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30000"/>
                  </a:lnSpc>
                  <a:buClr>
                    <a:srgbClr val="C5003D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lang="en-US" altLang="ko-KR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ko-KR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𝑠</m:t>
                        </m:r>
                      </m:sup>
                    </m:sSup>
                    <m:r>
                      <a:rPr lang="en-US" altLang="ko-KR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∗1.</m:t>
                    </m:r>
                    <m:r>
                      <a:rPr lang="en-US" altLang="ko-KR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𝑚</m:t>
                    </m:r>
                    <m:r>
                      <a:rPr lang="en-US" altLang="ko-KR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∗</m:t>
                    </m:r>
                    <m:sSup>
                      <m:sSupPr>
                        <m:ctrlPr>
                          <a:rPr lang="en-US" altLang="ko-KR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ko-KR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e>
                      <m:sup>
                        <m:r>
                          <a:rPr lang="en-US" altLang="ko-KR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𝑒</m:t>
                        </m:r>
                        <m:r>
                          <a:rPr lang="en-US" altLang="ko-KR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−127</m:t>
                        </m:r>
                      </m:sup>
                    </m:sSup>
                  </m:oMath>
                </a14:m>
                <a:r>
                  <a:rPr lang="ko-KR" altLang="en-US" sz="3200">
                    <a:solidFill>
                      <a:schemeClr val="tx1"/>
                    </a:solidFill>
                    <a:latin typeface="Consolas" panose="020B0609020204030204" pitchFamily="49" charset="0"/>
                    <a:ea typeface="+mn-ea"/>
                  </a:rPr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588F59-4CEF-BBB6-866E-77256CAD2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617" y="3179625"/>
                <a:ext cx="3925305" cy="5829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7491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A43C720A-E11C-FB79-1BC4-ED57F08B4C32}"/>
              </a:ext>
            </a:extLst>
          </p:cNvPr>
          <p:cNvSpPr/>
          <p:nvPr/>
        </p:nvSpPr>
        <p:spPr>
          <a:xfrm>
            <a:off x="2628900" y="1034716"/>
            <a:ext cx="2045368" cy="2045368"/>
          </a:xfrm>
          <a:prstGeom prst="ellipse">
            <a:avLst/>
          </a:prstGeom>
          <a:solidFill>
            <a:srgbClr val="FFFFC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59B9C3B-2DA4-34BD-6802-0E56E51F264C}"/>
              </a:ext>
            </a:extLst>
          </p:cNvPr>
          <p:cNvCxnSpPr>
            <a:cxnSpLocks/>
          </p:cNvCxnSpPr>
          <p:nvPr/>
        </p:nvCxnSpPr>
        <p:spPr>
          <a:xfrm>
            <a:off x="3657600" y="2057400"/>
            <a:ext cx="1016668" cy="240632"/>
          </a:xfrm>
          <a:prstGeom prst="line">
            <a:avLst/>
          </a:prstGeom>
          <a:ln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4405561-A0F4-487F-3591-6B1D1E03F58B}"/>
              </a:ext>
            </a:extLst>
          </p:cNvPr>
          <p:cNvCxnSpPr>
            <a:cxnSpLocks/>
            <a:endCxn id="2" idx="7"/>
          </p:cNvCxnSpPr>
          <p:nvPr/>
        </p:nvCxnSpPr>
        <p:spPr>
          <a:xfrm flipV="1">
            <a:off x="3657600" y="1334253"/>
            <a:ext cx="717131" cy="723147"/>
          </a:xfrm>
          <a:prstGeom prst="line">
            <a:avLst/>
          </a:prstGeom>
          <a:ln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4E86440-2E5A-12CB-F933-68421FD34483}"/>
              </a:ext>
            </a:extLst>
          </p:cNvPr>
          <p:cNvSpPr txBox="1"/>
          <p:nvPr/>
        </p:nvSpPr>
        <p:spPr>
          <a:xfrm>
            <a:off x="6087979" y="1082842"/>
            <a:ext cx="2210862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r*2*pi*x/360 = r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CD44FC-BB63-A0EC-7C41-20BA134A7900}"/>
              </a:ext>
            </a:extLst>
          </p:cNvPr>
          <p:cNvSpPr txBox="1"/>
          <p:nvPr/>
        </p:nvSpPr>
        <p:spPr>
          <a:xfrm>
            <a:off x="6087979" y="1558090"/>
            <a:ext cx="2210862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1*1*pi*x/180 = 1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445ACF-0F1C-1AB1-81E9-0BD487ECA30C}"/>
              </a:ext>
            </a:extLst>
          </p:cNvPr>
          <p:cNvSpPr txBox="1"/>
          <p:nvPr/>
        </p:nvSpPr>
        <p:spPr>
          <a:xfrm>
            <a:off x="6087979" y="2087141"/>
            <a:ext cx="1451038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x = 180/pi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BD20FB-4675-EB8F-9E9F-8D927C5880C2}"/>
              </a:ext>
            </a:extLst>
          </p:cNvPr>
          <p:cNvSpPr txBox="1"/>
          <p:nvPr/>
        </p:nvSpPr>
        <p:spPr>
          <a:xfrm>
            <a:off x="5534526" y="3007218"/>
            <a:ext cx="2970685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180/pi : 1 = angle : x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B5EA84-6ED8-33D2-FBEF-2C1A910C1815}"/>
              </a:ext>
            </a:extLst>
          </p:cNvPr>
          <p:cNvSpPr txBox="1"/>
          <p:nvPr/>
        </p:nvSpPr>
        <p:spPr>
          <a:xfrm>
            <a:off x="6671510" y="3716404"/>
            <a:ext cx="1830950" cy="421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>
                <a:srgbClr val="C5003D"/>
              </a:buClr>
            </a:pP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  <a:ea typeface="+mn-ea"/>
              </a:rPr>
              <a:t>90*pi/180 = x</a:t>
            </a:r>
            <a:endParaRPr lang="ko-KR" altLang="en-US" sz="1800">
              <a:solidFill>
                <a:schemeClr val="tx1"/>
              </a:solidFill>
              <a:latin typeface="Consolas" panose="020B0609020204030204" pitchFamily="49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02383599"/>
      </p:ext>
    </p:extLst>
  </p:cSld>
  <p:clrMapOvr>
    <a:masterClrMapping/>
  </p:clrMapOvr>
</p:sld>
</file>

<file path=ppt/theme/theme1.xml><?xml version="1.0" encoding="utf-8"?>
<a:theme xmlns:a="http://schemas.openxmlformats.org/drawingml/2006/main" name="1_제목 슬라이드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CC"/>
        </a:solidFill>
        <a:ln w="19050">
          <a:solidFill>
            <a:srgbClr val="FFC000"/>
          </a:solidFill>
        </a:ln>
      </a:spPr>
      <a:bodyPr rtlCol="0" anchor="ctr"/>
      <a:lstStyle>
        <a:defPPr algn="ctr">
          <a:defRPr sz="1800" smtClean="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2060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30000"/>
          </a:lnSpc>
          <a:buClr>
            <a:srgbClr val="C5003D"/>
          </a:buClr>
          <a:defRPr sz="1800" smtClean="0">
            <a:solidFill>
              <a:schemeClr val="tx1"/>
            </a:solidFill>
            <a:latin typeface="Consolas" panose="020B0609020204030204" pitchFamily="49" charset="0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38_기본 디자인">
  <a:themeElements>
    <a:clrScheme name="38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8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CC"/>
        </a:solidFill>
        <a:ln w="9525">
          <a:solidFill>
            <a:srgbClr val="FF6600"/>
          </a:solidFill>
        </a:ln>
      </a:spPr>
      <a:bodyPr lIns="36000" rIns="36000" rtlCol="0" anchor="ctr"/>
      <a:lstStyle>
        <a:defPPr algn="ctr">
          <a:defRPr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2400" smtClean="0">
            <a:solidFill>
              <a:schemeClr val="tx1"/>
            </a:solidFill>
            <a:latin typeface="Consolas" panose="020B0609020204030204" pitchFamily="49" charset="0"/>
          </a:defRPr>
        </a:defPPr>
      </a:lstStyle>
    </a:txDef>
  </a:objectDefaults>
  <a:extraClrSchemeLst>
    <a:extraClrScheme>
      <a:clrScheme name="38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8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8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8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8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8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8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8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8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8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8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8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81794</TotalTime>
  <Words>228</Words>
  <Application>Microsoft Office PowerPoint</Application>
  <PresentationFormat>사용자 지정</PresentationFormat>
  <Paragraphs>80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Cambria Math</vt:lpstr>
      <vt:lpstr>Candara</vt:lpstr>
      <vt:lpstr>맑은 고딕</vt:lpstr>
      <vt:lpstr>Microsoft Sans Serif</vt:lpstr>
      <vt:lpstr>Consolas</vt:lpstr>
      <vt:lpstr>굴림</vt:lpstr>
      <vt:lpstr>Arial</vt:lpstr>
      <vt:lpstr>1_제목 슬라이드</vt:lpstr>
      <vt:lpstr>38_기본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 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matthew</dc:creator>
  <cp:lastModifiedBy>인공지능</cp:lastModifiedBy>
  <cp:revision>3780</cp:revision>
  <dcterms:created xsi:type="dcterms:W3CDTF">2008-02-04T08:04:25Z</dcterms:created>
  <dcterms:modified xsi:type="dcterms:W3CDTF">2025-11-21T06:53:25Z</dcterms:modified>
</cp:coreProperties>
</file>